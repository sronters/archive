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b09cb0a164a39" /><Relationship Type="http://schemas.openxmlformats.org/officeDocument/2006/relationships/extended-properties" Target="/docProps/app.xml" Id="Re83ca735a88447a1" /><Relationship Type="http://schemas.openxmlformats.org/officeDocument/2006/relationships/officeDocument" Target="/ppt/presentation.xml" Id="R3cfb6f088464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d58e001fb24011"/>
  </p:sldMasterIdLst>
  <p:notesMasterIdLst>
    <p:notesMasterId xmlns:r="http://schemas.openxmlformats.org/officeDocument/2006/relationships" r:id="Rb2f3b344b8e0404e"/>
  </p:notesMasterIdLst>
  <p:sldIdLst>
    <p:sldId xmlns:r="http://schemas.openxmlformats.org/officeDocument/2006/relationships" id="256" r:id="Rdea8918ac0d94af4"/>
    <p:sldId xmlns:r="http://schemas.openxmlformats.org/officeDocument/2006/relationships" id="257" r:id="Rd2e930d4db524819"/>
    <p:sldId xmlns:r="http://schemas.openxmlformats.org/officeDocument/2006/relationships" id="258" r:id="Rfa643a1937194d6f"/>
    <p:sldId xmlns:r="http://schemas.openxmlformats.org/officeDocument/2006/relationships" id="259" r:id="R14658054e6144ad7"/>
    <p:sldId xmlns:r="http://schemas.openxmlformats.org/officeDocument/2006/relationships" id="260" r:id="R4c69994a888b4c36"/>
    <p:sldId xmlns:r="http://schemas.openxmlformats.org/officeDocument/2006/relationships" id="261" r:id="Rc571ef5711314e65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b14af6b2f64563" /><Relationship Type="http://schemas.openxmlformats.org/officeDocument/2006/relationships/slideMaster" Target="/ppt/slideMasters/slideMaster1.xml" Id="R7cd58e001fb24011" /><Relationship Type="http://schemas.openxmlformats.org/officeDocument/2006/relationships/notesMaster" Target="/ppt/notesMasters/notesMaster1.xml" Id="Rb2f3b344b8e0404e" /><Relationship Type="http://schemas.openxmlformats.org/officeDocument/2006/relationships/presProps" Target="/ppt/presProps.xml" Id="R3a3e23ee53c14265" /><Relationship Type="http://schemas.openxmlformats.org/officeDocument/2006/relationships/tableStyles" Target="/ppt/tableStyles.xml" Id="R9b3f6639249e4ae1" /><Relationship Type="http://schemas.openxmlformats.org/officeDocument/2006/relationships/slide" Target="/ppt/slides/slide1.xml" Id="Rdea8918ac0d94af4" /><Relationship Type="http://schemas.openxmlformats.org/officeDocument/2006/relationships/slide" Target="/ppt/slides/slide2.xml" Id="Rd2e930d4db524819" /><Relationship Type="http://schemas.openxmlformats.org/officeDocument/2006/relationships/slide" Target="/ppt/slides/slide3.xml" Id="Rfa643a1937194d6f" /><Relationship Type="http://schemas.openxmlformats.org/officeDocument/2006/relationships/slide" Target="/ppt/slides/slide4.xml" Id="R14658054e6144ad7" /><Relationship Type="http://schemas.openxmlformats.org/officeDocument/2006/relationships/slide" Target="/ppt/slides/slide5.xml" Id="R4c69994a888b4c36" /><Relationship Type="http://schemas.openxmlformats.org/officeDocument/2006/relationships/slide" Target="/ppt/slides/slide6.xml" Id="Rc571ef571131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95fcd34b2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be2a094404fef" /><Relationship Type="http://schemas.openxmlformats.org/officeDocument/2006/relationships/notesMaster" Target="/ppt/notesMasters/notesMaster1.xml" Id="Rfe38361ee7da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8085437405497a" /><Relationship Type="http://schemas.openxmlformats.org/officeDocument/2006/relationships/notesMaster" Target="/ppt/notesMasters/notesMaster1.xml" Id="Rcb0f2a5080534b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7b8e2b3f44d46" /><Relationship Type="http://schemas.openxmlformats.org/officeDocument/2006/relationships/notesMaster" Target="/ppt/notesMasters/notesMaster1.xml" Id="R1751e4eb0c60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9be523b944d83" /><Relationship Type="http://schemas.openxmlformats.org/officeDocument/2006/relationships/notesMaster" Target="/ppt/notesMasters/notesMaster1.xml" Id="R38c42348bc3942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323f84db3f4f04" /><Relationship Type="http://schemas.openxmlformats.org/officeDocument/2006/relationships/notesMaster" Target="/ppt/notesMasters/notesMaster1.xml" Id="R9f1cd50803c744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b36a70d8b47d8" /><Relationship Type="http://schemas.openxmlformats.org/officeDocument/2006/relationships/notesMaster" Target="/ppt/notesMasters/notesMaster1.xml" Id="R93311eceae094a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88c2e729046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e2844f8e441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14cb008264c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0cf24e40e4b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46fee2d5b4b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fc6add37741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9f610d0a44b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c387791c54e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bbfdc5a7b41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261bd807040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3afb9e71747b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822520C7-3C57-4144-8077-CDE6CEB952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B371EC30-49D0-42E0-9959-A79FF6EF66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74372CD0-8CAC-477D-86AC-9BD59450C6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761A199D-BF6B-4C3D-85B9-B289CBDB4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559D186D-D364-408D-B20E-4A212A774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68A68B7B-DAF0-42B9-989E-5CD1B95943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14946DD7-FF45-467D-90F6-B9CF5615D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56C1CE52-E3FD-46B5-A1E0-D82011A331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1AF0AF3B-B026-4A04-9756-4EBD3051C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8E8F4746-CF2C-477A-A645-2F3354A50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8C5E4133-C75F-4743-BF00-9DD3720506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05C35AC5-073A-41E3-875E-A2DA3ED74E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158BA840-7873-4D39-BC54-9E367AE14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5D8F4934-8303-42DB-94CD-FE138F51EF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F8885643-D9EC-4F8C-AA1F-E5521ACC9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F7EDCFBA-F6B0-43CD-84C2-0B14327FC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62E58B6B-A73F-4F33-A898-BBCC96CA09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5F5AA26D-3604-4853-B552-1176A4DE9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482DB2B0-DEF8-48E4-BE69-70F05A3EB6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EC8DF87D-16F2-4F1A-A150-1B6E925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8DD8B020-956D-4486-A6D8-8E329EE4E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82734EB3-6E2F-4811-9DC8-B1F53CDEEE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749715CF-E4AE-4CF7-A899-3B50867D8B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B655A476-2E03-4296-B39A-6501EF176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FE869E65-A70C-40F7-88FB-968C85A8CC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1A33F2AA-270C-4AD8-9D67-D2590106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FA6E1018-7481-4D48-BEDF-4EB269AAB91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BCD13F40-0DD8-495F-B839-2B67C1AB0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9132317D-3389-4CA0-BF42-F5E2F8660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265F46B7-F181-4379-B5F9-F450A96EA2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15a19cf9e45fe" /><Relationship Type="http://schemas.openxmlformats.org/officeDocument/2006/relationships/slideLayout" Target="/ppt/slideLayouts/slideLayout1.xml" Id="R2af1f7976a974509" /><Relationship Type="http://schemas.openxmlformats.org/officeDocument/2006/relationships/slideLayout" Target="/ppt/slideLayouts/slideLayout2.xml" Id="Rd504261694974b21" /><Relationship Type="http://schemas.openxmlformats.org/officeDocument/2006/relationships/slideLayout" Target="/ppt/slideLayouts/slideLayout3.xml" Id="R7f68363e732549f1" /><Relationship Type="http://schemas.openxmlformats.org/officeDocument/2006/relationships/slideLayout" Target="/ppt/slideLayouts/slideLayout4.xml" Id="R8eb0393616584025" /><Relationship Type="http://schemas.openxmlformats.org/officeDocument/2006/relationships/slideLayout" Target="/ppt/slideLayouts/slideLayout5.xml" Id="R7d8692cad9b14259" /><Relationship Type="http://schemas.openxmlformats.org/officeDocument/2006/relationships/slideLayout" Target="/ppt/slideLayouts/slideLayout6.xml" Id="R2522de757be34f01" /><Relationship Type="http://schemas.openxmlformats.org/officeDocument/2006/relationships/slideLayout" Target="/ppt/slideLayouts/slideLayout7.xml" Id="R3289a08d2d364d96" /><Relationship Type="http://schemas.openxmlformats.org/officeDocument/2006/relationships/slideLayout" Target="/ppt/slideLayouts/slideLayout8.xml" Id="R8814a61be0004dbb" /><Relationship Type="http://schemas.openxmlformats.org/officeDocument/2006/relationships/slideLayout" Target="/ppt/slideLayouts/slideLayout9.xml" Id="R0b99389249844885" /><Relationship Type="http://schemas.openxmlformats.org/officeDocument/2006/relationships/slideLayout" Target="/ppt/slideLayouts/slideLayout10.xml" Id="R405b521151424c9f" /><Relationship Type="http://schemas.openxmlformats.org/officeDocument/2006/relationships/slideLayout" Target="/ppt/slideLayouts/slideLayout11.xml" Id="Rd1e89b96085048d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CF7DCBB7-69FE-486C-8A84-82E424102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F8396CA7-C4FE-4C5D-9D36-0C17F2F2E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42591913-98EF-472B-B67E-B451515C0D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1f7976a974509"/>
    <p:sldLayoutId xmlns:r="http://schemas.openxmlformats.org/officeDocument/2006/relationships" id="2147483650" r:id="Rd504261694974b21"/>
    <p:sldLayoutId xmlns:r="http://schemas.openxmlformats.org/officeDocument/2006/relationships" id="2147483651" r:id="R7f68363e732549f1"/>
    <p:sldLayoutId xmlns:r="http://schemas.openxmlformats.org/officeDocument/2006/relationships" id="2147483652" r:id="R8eb0393616584025"/>
    <p:sldLayoutId xmlns:r="http://schemas.openxmlformats.org/officeDocument/2006/relationships" id="2147483653" r:id="R7d8692cad9b14259"/>
    <p:sldLayoutId xmlns:r="http://schemas.openxmlformats.org/officeDocument/2006/relationships" id="2147483654" r:id="R2522de757be34f01"/>
    <p:sldLayoutId xmlns:r="http://schemas.openxmlformats.org/officeDocument/2006/relationships" id="2147483655" r:id="R3289a08d2d364d96"/>
    <p:sldLayoutId xmlns:r="http://schemas.openxmlformats.org/officeDocument/2006/relationships" id="2147483656" r:id="R8814a61be0004dbb"/>
    <p:sldLayoutId xmlns:r="http://schemas.openxmlformats.org/officeDocument/2006/relationships" id="2147483657" r:id="R0b99389249844885"/>
    <p:sldLayoutId xmlns:r="http://schemas.openxmlformats.org/officeDocument/2006/relationships" id="2147483658" r:id="R405b521151424c9f"/>
    <p:sldLayoutId xmlns:r="http://schemas.openxmlformats.org/officeDocument/2006/relationships" id="2147483659" r:id="Rd1e89b96085048d7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0f6dbdd054499" /><Relationship Type="http://schemas.openxmlformats.org/officeDocument/2006/relationships/image" Target="/ppt/media/image.png" Id="R28078497c6ce4eb3" /><Relationship Type="http://schemas.openxmlformats.org/officeDocument/2006/relationships/notesSlide" Target="/ppt/notesSlides/notesSlide1.xml" Id="Re9be615b30ca42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9a28603c94c40" /><Relationship Type="http://schemas.openxmlformats.org/officeDocument/2006/relationships/notesSlide" Target="/ppt/notesSlides/notesSlide2.xml" Id="R9790fd4f63684a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169236bd94af0" /><Relationship Type="http://schemas.openxmlformats.org/officeDocument/2006/relationships/notesSlide" Target="/ppt/notesSlides/notesSlide3.xml" Id="R52d85d90cd6d42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9f080391c74fec" /><Relationship Type="http://schemas.openxmlformats.org/officeDocument/2006/relationships/notesSlide" Target="/ppt/notesSlides/notesSlide4.xml" Id="R23f9dcd4f25c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c8aa8f21d4df6" /><Relationship Type="http://schemas.openxmlformats.org/officeDocument/2006/relationships/notesSlide" Target="/ppt/notesSlides/notesSlide5.xml" Id="R3ea35ee4eb31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44561a2cd400b" /><Relationship Type="http://schemas.openxmlformats.org/officeDocument/2006/relationships/notesSlide" Target="/ppt/notesSlides/notesSlide6.xml" Id="Rd436aac6ae3a46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BA832D45-B8AF-42B3-8DA3-F40BC35CA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424242"/>
                </a:solidFill>
                <a:latin typeface="Arial"/>
                <a:ea typeface="Arial"/>
                <a:cs typeface="Arial"/>
              </a:rPr>
              <a:t>MedArchive</a:t>
            </a:r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EEFAEAF2-D7A9-40D6-96F7-C2A96EE550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424242"/>
                </a:solidFill>
                <a:latin typeface="Arial"/>
                <a:ea typeface="Arial"/>
                <a:cs typeface="Arial"/>
              </a:rPr>
              <a:t>Кейс 2: обработка архива прайсов клиник</a:t>
            </a:r>
          </a:p>
        </p:txBody>
      </p:sp>
      <p:pic>
        <p:nvPicPr>
          <p:cNvPr id="61" name="Google Shape;5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078497c6ce4e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821CE92B-5B20-4423-9928-2675D35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5" y="4670225"/>
            <a:ext cx="2316000" cy="60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350" b="0" i="0" u="none" cap="none">
                <a:solidFill>
                  <a:srgbClr val="424242"/>
                </a:solidFill>
                <a:latin typeface="Arial"/>
                <a:ea typeface="Arial"/>
                <a:cs typeface="Arial"/>
              </a:rPr>
              <a:t>Команда &lt;номер&gt;, Караганда 2026</a:t>
            </a:r>
          </a:p>
        </p:txBody>
      </p:sp>
    </p:spTree>
    <p:extLst>
      <p:ext uri="{BB962C8B-B14F-4D97-AF65-F5344CB8AC3E}">
        <p14:creationId xmlns:p14="http://schemas.microsoft.com/office/powerpoint/2010/main" val="2045154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5AF9AAD0-1DE1-43EF-8B34-551ECADD1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424242"/>
                </a:solidFill>
                <a:latin typeface="Arial"/>
                <a:ea typeface="Arial"/>
                <a:cs typeface="Arial"/>
              </a:rPr>
              <a:t>Ресурсы и результат</a:t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40F6A298-CDBA-4C22-B481-21D194636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24242"/>
                </a:solidFill>
                <a:latin typeface="Arial"/>
                <a:ea typeface="Arial"/>
                <a:cs typeface="Arial"/>
              </a:rPr>
              <a:t>Ресурсы: ТЗ MedArchive; архив из 10 прайсов клиник; FastAPI; PostgreSQL; Celery/Redis; Next.js; Docker Compose; Swagger/OpenAPI; Mintlify; PyMuPDF/pdfplumber; python-docx; openpyxl; OCR-адаптер.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0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424242"/>
                </a:solidFill>
                <a:latin typeface="Arial"/>
                <a:ea typeface="Arial"/>
                <a:cs typeface="Arial"/>
              </a:rPr>
              <a:t>Результат: рабочий продуктовый прототип, обработанная база, сформированный справочник услуг, отчет качества, документация API и Vercel-демо: https://med-chi-pearl.vercel.app</a:t>
            </a:r>
          </a:p>
        </p:txBody>
      </p:sp>
    </p:spTree>
    <p:extLst>
      <p:ext uri="{BB962C8B-B14F-4D97-AF65-F5344CB8AC3E}">
        <p14:creationId xmlns:p14="http://schemas.microsoft.com/office/powerpoint/2010/main" val="1222790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5AF9AAD0-1DE1-43EF-8B34-551ECADD1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42424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40F6A298-CDBA-4C22-B481-21D194636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8721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Админ-панель / интеграции → FastAPI /api/v1 → PostgreSQL + хранилище исходников → outbox + workers.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Адаптеры парсеров: PDF, DOCX, XLS/XLSX, OCR-граница для сканов.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Сопоставление: код услуги, точное название, синонимы, fuzzy-кандидаты. Спорные строки идут в очередь проверки.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Выход: поиск API, экспорт CSV/XLSX/JSON, вебхуки, версии цен.</a:t>
            </a:r>
          </a:p>
        </p:txBody>
      </p:sp>
    </p:spTree>
    <p:extLst>
      <p:ext uri="{BB962C8B-B14F-4D97-AF65-F5344CB8AC3E}">
        <p14:creationId xmlns:p14="http://schemas.microsoft.com/office/powerpoint/2010/main" val="1222790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5AF9AAD0-1DE1-43EF-8B34-551ECADD1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424242"/>
                </a:solidFill>
                <a:latin typeface="Arial"/>
                <a:ea typeface="Arial"/>
                <a:cs typeface="Arial"/>
              </a:rPr>
              <a:t>Метрики качества</a:t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40F6A298-CDBA-4C22-B481-21D194636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811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Демо-архив: 10 документов — 6 PDF, 1 DOCX, 2 XLSX, 1 XLS.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Обработанная база: 8877 извлеченных позиций прайса, 6614 записей справочника услуг.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Успешная нормализация: 99.95%; очередь ручной проверки: 4 позиции.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defRPr sz="1575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424242"/>
                </a:solidFill>
                <a:latin typeface="Arial"/>
                <a:ea typeface="Arial"/>
                <a:cs typeface="Arial"/>
              </a:rPr>
              <a:t>Проверки: backend 8 passed / 1 skipped; frontend build passed; Mintlify OpenAPI valid; Vercel deploy READY.</a:t>
            </a:r>
          </a:p>
        </p:txBody>
      </p:sp>
    </p:spTree>
    <p:extLst>
      <p:ext uri="{BB962C8B-B14F-4D97-AF65-F5344CB8AC3E}">
        <p14:creationId xmlns:p14="http://schemas.microsoft.com/office/powerpoint/2010/main" val="1222790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C479120A-12D5-4702-8CD5-BEFDC9125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424242"/>
                </a:solidFill>
                <a:latin typeface="Arial"/>
                <a:ea typeface="Arial"/>
                <a:cs typeface="Arial"/>
              </a:rPr>
              <a:t>Демо прототипа</a:t>
            </a: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29DDB5B9-4871-4A18-9E8E-63DE2367D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1. Vercel-панель: дашборд, загрузка, статусы обработки.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2. Swagger/OpenAPI: /services, /partners, /search, /unmatched, /match и API загрузки/ревью/экспорта.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3. Outputs: обработанная база и справочник услуг.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4. Ревью: оператор подтверждает, исправляет или отклоняет строку.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5. Публикация: версии цен, экспорт, вебхуки.</a:t>
            </a:r>
          </a:p>
        </p:txBody>
      </p:sp>
    </p:spTree>
    <p:extLst>
      <p:ext uri="{BB962C8B-B14F-4D97-AF65-F5344CB8AC3E}">
        <p14:creationId xmlns:p14="http://schemas.microsoft.com/office/powerpoint/2010/main" val="16442970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C479120A-12D5-4702-8CD5-BEFDC9125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424242"/>
                </a:solidFill>
                <a:latin typeface="Arial"/>
                <a:ea typeface="Arial"/>
                <a:cs typeface="Arial"/>
              </a:rPr>
              <a:t>Что сдаем</a:t>
            </a: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29DDB5B9-4871-4A18-9E8E-63DE2367D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GitHub: ветка initial-backend-fixes.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Прототип: https://med-chi-pearl.vercel.app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Документация: docs-site/ + openapi.json для Mintlify.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Данные: processed_database_preview.json, processed_price_items_preview.csv, service_catalog_seed.json.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50">
                <a:solidFill>
                  <a:srgbClr val="42424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24242"/>
                </a:solidFill>
                <a:latin typeface="Arial"/>
                <a:ea typeface="Arial"/>
                <a:cs typeface="Arial"/>
              </a:rPr>
              <a:t>Отчет и демо: quality_report.md, SUBMISSION.md, MedArchive_demo_video.webm.</a:t>
            </a:r>
          </a:p>
        </p:txBody>
      </p:sp>
    </p:spTree>
    <p:extLst>
      <p:ext uri="{BB962C8B-B14F-4D97-AF65-F5344CB8AC3E}">
        <p14:creationId xmlns:p14="http://schemas.microsoft.com/office/powerpoint/2010/main" val="1644297016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2026-06-28T11:46:18.2180000Z</dcterms:created>
  <dcterms:modified xsi:type="dcterms:W3CDTF">2026-06-28T11:46:18.2190000Z</dcterms:modified>
</coreProperties>
</file>